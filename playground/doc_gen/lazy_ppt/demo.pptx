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71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CD6F6"/>
                </a:solidFill>
                <a:latin typeface="Calibri"/>
              </a:rPr>
              <a:t>lazy_pp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92B0"/>
                </a:solidFill>
                <a:latin typeface="Calibri"/>
              </a:rPr>
              <a:t>PowerPoint from YAML, no boilerplate.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DDDDD"/>
                </a:solidFill>
                <a:latin typeface="Calibri"/>
              </a:rPr>
              <a:t>Declarative slides. Zero clicks.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E8F0"/>
                </a:solidFill>
                <a:latin typeface="Calibri"/>
              </a:rPr>
              <a:t>Supported Layouts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Aft>
                <a:spcPts val="400"/>
              </a:spcAft>
              <a:buChar char="•"/>
            </a:pPr>
            <a:r>
              <a:rPr sz="1800" b="0">
                <a:solidFill>
                  <a:srgbClr val="E8E8F0"/>
                </a:solidFill>
                <a:latin typeface="Calibri"/>
              </a:rPr>
              <a:t>title — title + optional subtitle, accent sidebar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800" b="0">
                <a:solidFill>
                  <a:srgbClr val="E8E8F0"/>
                </a:solidFill>
                <a:latin typeface="Calibri"/>
              </a:rPr>
              <a:t>content — title + free text or bullets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800" b="0">
                <a:solidFill>
                  <a:srgbClr val="E8E8F0"/>
                </a:solidFill>
                <a:latin typeface="Calibri"/>
              </a:rPr>
              <a:t>two_col — split left/right content areas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800" b="0">
                <a:solidFill>
                  <a:srgbClr val="E8E8F0"/>
                </a:solidFill>
                <a:latin typeface="Calibri"/>
              </a:rPr>
              <a:t>section — divider slide with big label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800" b="0">
                <a:solidFill>
                  <a:srgbClr val="E8E8F0"/>
                </a:solidFill>
                <a:latin typeface="Calibri"/>
              </a:rPr>
              <a:t>blank — raw canvas, elements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E8F0"/>
                </a:solidFill>
                <a:latin typeface="Calibri"/>
              </a:rPr>
              <a:t>Element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text / textbox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bullets (nested)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shape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table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chart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image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097280"/>
            <a:ext cx="365760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CCD6F6"/>
                </a:solidFill>
              </a:rPr>
              <a:t>Compose freely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E8F0"/>
                </a:solidFill>
                <a:latin typeface="Calibri"/>
              </a:rPr>
              <a:t>Table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>
                    <a:solidFill>
                      <a:srgbClr val="0D5F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D5F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Required</a:t>
                      </a:r>
                    </a:p>
                  </a:txBody>
                  <a:tcPr>
                    <a:solidFill>
                      <a:srgbClr val="0D5F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D5FA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layout</a:t>
                      </a:r>
                    </a:p>
                  </a:txBody>
                  <a:tcPr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Slide layout name</a:t>
                      </a:r>
                    </a:p>
                  </a:txBody>
                  <a:tcPr>
                    <a:solidFill>
                      <a:srgbClr val="1E2A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Slide heading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elements</a:t>
                      </a:r>
                    </a:p>
                  </a:txBody>
                  <a:tcPr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List of element dicts</a:t>
                      </a:r>
                    </a:p>
                  </a:txBody>
                  <a:tcPr>
                    <a:solidFill>
                      <a:srgbClr val="1E2A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background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hex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8F0"/>
                          </a:solidFill>
                          <a:latin typeface="Calibri"/>
                        </a:rPr>
                        <a:t>Per-slide bg override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E8F0"/>
                </a:solidFill>
                <a:latin typeface="Calibri"/>
              </a:rPr>
              <a:t>Chart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E8F0"/>
                </a:solidFill>
                <a:latin typeface="Calibri"/>
              </a:rPr>
              <a:t>Two-Column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Aft>
                <a:spcPts val="400"/>
              </a:spcAft>
              <a:buChar char="•"/>
            </a:pPr>
            <a:r>
              <a:rPr sz="1600" b="1">
                <a:solidFill>
                  <a:srgbClr val="E8E8F0"/>
                </a:solidFill>
                <a:latin typeface="Calibri"/>
              </a:rPr>
              <a:t>Left column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Bullet A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Bullet B</a:t>
            </a:r>
          </a:p>
          <a:p>
            <a:pPr indent="-228600" marL="228600">
              <a:spcAft>
                <a:spcPts val="400"/>
              </a:spcAft>
              <a:buChar char="•"/>
            </a:pPr>
            <a:r>
              <a:rPr sz="1600" b="0">
                <a:solidFill>
                  <a:srgbClr val="E8E8F0"/>
                </a:solidFill>
                <a:latin typeface="Calibri"/>
              </a:rPr>
              <a:t>Bullet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2B0"/>
                </a:solidFill>
                <a:latin typeface="Calibri"/>
              </a:rPr>
              <a:t>Right column — free text, shapes, or images go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D6F6"/>
                </a:solidFill>
                <a:latin typeface="Calibri"/>
              </a:rPr>
              <a:t>fin.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lazy_pp Demo</dc:title>
  <dc:subject/>
  <dc:creator>Daniel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